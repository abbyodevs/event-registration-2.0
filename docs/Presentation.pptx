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project. Replace the placeholders on this slide with the group members and instructor.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manual registration (paper, chat, spreadsheets) fails: overbooking, duplicates, no attendance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kinds of users. Walk through what each can do. The web interface was approved by the instructor.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has one job. Routes never touch the file; services never know about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matching class for each concept during the Q&amp;A. Be ready to open the source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from the top: Entity is abstract; Person is abstract; Participant and Admin implement role and check_password. Database aggregates the records; services depend on the abstract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invalid values can never be stored because the setter validates.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errors raised anywhere become clear JSON messages through a single handler in routes.py.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request from login check to saved reservation. Every red box is a custom 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demo order: 1) admin logs in and adds an event, 2) student signs up and reserves spots, 3) try a duplicate reservation and an over-capacity request to show the errors, 4) admin marks attendance, 5) student sees the event under Attended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automated tests all pass. Explain what each group of tests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or add to these with your own experiences from building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or add to these with your own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member should be able to explain any part of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0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914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C9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COMPUTER STUDIES  ·  CMSC 203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Registration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object-oriented web application for registering students to school events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Project: Object-Oriented Application Development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members]  ·  [Instructor name]  ·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addressed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 are collected on paper, group chats and spreadsheets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cannot tell how many spots are left, so events get overbooked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register twice; records are scattered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not recorded in a consistent way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details change and are hard to keep updated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3840480" cy="548640"/>
          </a:xfrm>
          <a:prstGeom prst="rect">
            <a:avLst/>
          </a:prstGeom>
          <a:solidFill>
            <a:srgbClr val="BC96E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(student)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filter events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or cancel spots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and attended history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188720"/>
            <a:ext cx="3840480" cy="548640"/>
          </a:xfrm>
          <a:prstGeom prst="rect">
            <a:avLst/>
          </a:prstGeom>
          <a:solidFill>
            <a:srgbClr val="BC96E6"/>
          </a:solidFill>
          <a:ln/>
        </p:spPr>
      </p:sp>
      <p:sp>
        <p:nvSpPr>
          <p:cNvPr id="12" name="Text 9"/>
          <p:cNvSpPr/>
          <p:nvPr/>
        </p:nvSpPr>
        <p:spPr>
          <a:xfrm>
            <a:off x="4846320" y="1188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46320" y="187452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events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participants and registrations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statistics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JSON file storage · HTML/CSS/JavaScript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architecture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2103120" cy="621792"/>
          </a:xfrm>
          <a:prstGeom prst="rect">
            <a:avLst/>
          </a:prstGeom>
          <a:solidFill>
            <a:srgbClr val="3A145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651760" y="1143000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88920" y="114300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2103120" cy="621792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18745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51760" y="1874520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88920" y="187452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routes.py – thin HTTP wrappers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606040"/>
            <a:ext cx="2103120" cy="621792"/>
          </a:xfrm>
          <a:prstGeom prst="rect">
            <a:avLst/>
          </a:prstGeom>
          <a:solidFill>
            <a:srgbClr val="3A145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60604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651760" y="2606040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26060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· EventService · RegistrationService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337560"/>
            <a:ext cx="2103120" cy="621792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337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651760" y="3337560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88920" y="333756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· Person · Participant · Admin · Event · Registration · Database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2103120" cy="621792"/>
          </a:xfrm>
          <a:prstGeom prst="rect">
            <a:avLst/>
          </a:prstGeom>
          <a:solidFill>
            <a:srgbClr val="3A1450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0690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651760" y="4069080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406908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(abstract) → JsonRepository → data.json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OOP concepts applied (30%)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188720"/>
            <a:ext cx="91440" cy="1051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1600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_capacity, _password_hash with validated properties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188720"/>
            <a:ext cx="91440" cy="1051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92040" y="16002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→ Person → Participant / Admin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3774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377440"/>
            <a:ext cx="91440" cy="1051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2788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describe(), to_dict(), check_password() differ per class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23774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377440"/>
            <a:ext cx="91440" cy="1051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2788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Entity, Person, Repository (ABC)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566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3566160"/>
            <a:ext cx="91440" cy="1051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Overloading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7724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EventService.get(id | Event) with singledispatchmethod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663440" y="3566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3566160"/>
            <a:ext cx="91440" cy="1051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Constructors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89204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plus factories: Event.create(), Participant.create()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UML class diagram</a:t>
            </a:r>
            <a:endParaRPr lang="en-US" sz="2600" dirty="0"/>
          </a:p>
        </p:txBody>
      </p:sp>
      <p:pic>
        <p:nvPicPr>
          <p:cNvPr id="6" name="Image 0" descr="/home/claude/event_registration/docs/uml_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20480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3360" y="11887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it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(abstract) is the base of every stored record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(abstract) → Participant and Admin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and Registration extend Entity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aggregates users, events and registrations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depend on the abstract Repository, not on the JSON file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= abstract members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highlights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210B2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3444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models/event.py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@property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capacity(self):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self._capacity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@capacity.setter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capacity(self, value):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self._capacity = parse_capacity(value)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raises ValidationError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if not a whole number &gt;= 1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210B2C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23444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repository.py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Repository(ABC):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load(self): ...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db): 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@contextmanager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transaction(self, write=False):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self._lock: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db = self.load()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yield db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D9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write: self.save(db)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 handling and robustness (10%)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 hierarchy: EventSystemError → ValidationError, AuthenticationError, PermissionDeniedError, NotFoundError, ConflictError, EventFullError, DuplicateRegistrationError, StorageError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Handles: empty fields, invalid input, wrong data types, file errors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Transactions: if a request fails, nothing is saved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data.json gives a clear message instead of a crash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salted hashes; admin and participant permissions checked on every route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Flowchart: reserving a spot</a:t>
            </a:r>
            <a:endParaRPr lang="en-US" sz="2600" dirty="0"/>
          </a:p>
        </p:txBody>
      </p:sp>
      <p:pic>
        <p:nvPicPr>
          <p:cNvPr id="6" name="Image 0" descr="/home/claude/event_registration/docs/flowchart_reser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101776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3360" y="11887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10B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Checks, in order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as a participant?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is a whole number of at least 1?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exists?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reserved before?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spots left?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failed check raises a custom exception and nothing is saved. Only when all pass is the registration created and written to data.json.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2600" dirty="0"/>
          </a:p>
        </p:txBody>
      </p:sp>
      <p:pic>
        <p:nvPicPr>
          <p:cNvPr id="6" name="Image 0" descr="/home/claude/event_registration/docs/screenshots/06_participant_dashboard.png">    </p:cNvPr>
          <p:cNvPicPr>
            <a:picLocks noChangeAspect="1"/>
          </p:cNvPicPr>
          <p:nvPr/>
        </p:nvPicPr>
        <p:blipFill>
          <a:blip r:embed="rId1"/>
          <a:srcRect l="3398" r="3398" t="0" b="0"/>
          <a:stretch/>
        </p:blipFill>
        <p:spPr>
          <a:xfrm>
            <a:off x="411480" y="1234440"/>
            <a:ext cx="2697480" cy="1737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dashboard</a:t>
            </a:r>
            <a:endParaRPr lang="en-US" sz="1200" dirty="0"/>
          </a:p>
        </p:txBody>
      </p:sp>
      <p:pic>
        <p:nvPicPr>
          <p:cNvPr id="8" name="Image 1" descr="/home/claude/event_registration/docs/screenshots/07_browse_events.png">    </p:cNvPr>
          <p:cNvPicPr>
            <a:picLocks noChangeAspect="1"/>
          </p:cNvPicPr>
          <p:nvPr/>
        </p:nvPicPr>
        <p:blipFill>
          <a:blip r:embed="rId2"/>
          <a:srcRect l="3398" r="3398" t="0" b="0"/>
          <a:stretch/>
        </p:blipFill>
        <p:spPr>
          <a:xfrm>
            <a:off x="3246120" y="1234440"/>
            <a:ext cx="2697480" cy="1737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46120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filter events</a:t>
            </a:r>
            <a:endParaRPr lang="en-US" sz="1200" dirty="0"/>
          </a:p>
        </p:txBody>
      </p:sp>
      <p:pic>
        <p:nvPicPr>
          <p:cNvPr id="10" name="Image 2" descr="/home/claude/event_registration/docs/screenshots/14_admin_dashboard.png">    </p:cNvPr>
          <p:cNvPicPr>
            <a:picLocks noChangeAspect="1"/>
          </p:cNvPicPr>
          <p:nvPr/>
        </p:nvPicPr>
        <p:blipFill>
          <a:blip r:embed="rId3"/>
          <a:srcRect l="3398" r="3398" t="0" b="0"/>
          <a:stretch/>
        </p:blipFill>
        <p:spPr>
          <a:xfrm>
            <a:off x="6080760" y="1234440"/>
            <a:ext cx="2697480" cy="1737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0760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411480" y="3566160"/>
            <a:ext cx="8321040" cy="1143000"/>
          </a:xfrm>
          <a:prstGeom prst="roundRect">
            <a:avLst>
              <a:gd name="adj" fmla="val 6400"/>
            </a:avLst>
          </a:prstGeom>
          <a:solidFill>
            <a:srgbClr val="210B2C"/>
          </a:solidFill>
          <a:ln/>
        </p:spPr>
      </p:sp>
      <p:sp>
        <p:nvSpPr>
          <p:cNvPr id="13" name="Text 7"/>
          <p:cNvSpPr/>
          <p:nvPr/>
        </p:nvSpPr>
        <p:spPr>
          <a:xfrm>
            <a:off x="64008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 event  →  Student signs up  →  Reserves spots  →  Duplicate / full errors  →  Admin marks attendance  →  Student sees Attended Events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results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234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234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7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2918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11887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CB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2344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538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6035040" y="2057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validation, polymorphism, abstract classes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file: missing, damaged and old-format files; rollback on failure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events and reservations: duplicates, capacity, permissions, attendance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encountered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function-based back end into classes without changing the user interface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old saved data working (automatic upgrade of old records)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overbooking when two requests arrive together (file lock + transaction)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which rules belong in models, services or routes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0B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classes with one job are easier to test and explain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inside the model keeps bad data out of every part of the system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an abstract Repository lets the storage change later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0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catch mistakes quickly when refactoring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0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914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answers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2026-10-17T12:50:39Z</dcterms:created>
  <dcterms:modified xsi:type="dcterms:W3CDTF">2026-10-17T12:50:39Z</dcterms:modified>
</cp:coreProperties>
</file>